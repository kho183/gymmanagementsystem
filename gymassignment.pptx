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 b="1" dirty="0">
                <a:solidFill>
                  <a:srgbClr val="0054A6"/>
                </a:solidFill>
              </a:rPr>
              <a:t>ASSIGNMENT: GYM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solidFill>
                  <a:srgbClr val="323232"/>
                </a:solidFill>
              </a:rPr>
              <a:t>Lecturer:</a:t>
            </a:r>
            <a:r>
              <a:rPr lang="vi-VN" sz="2000" dirty="0">
                <a:solidFill>
                  <a:srgbClr val="323232"/>
                </a:solidFill>
              </a:rPr>
              <a:t> </a:t>
            </a: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NhungNTH69</a:t>
            </a:r>
            <a:endParaRPr sz="2000" dirty="0">
              <a:solidFill>
                <a:srgbClr val="32323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2000" dirty="0">
                <a:solidFill>
                  <a:srgbClr val="323232"/>
                </a:solidFill>
              </a:rPr>
              <a:t>Subject Code: DBI202</a:t>
            </a:r>
          </a:p>
          <a:p>
            <a:endParaRPr sz="2000" dirty="0">
              <a:solidFill>
                <a:srgbClr val="323232"/>
              </a:solidFill>
            </a:endParaRPr>
          </a:p>
          <a:p>
            <a:r>
              <a:rPr sz="2000" dirty="0">
                <a:solidFill>
                  <a:srgbClr val="323232"/>
                </a:solidFill>
              </a:rPr>
              <a:t>Group Members:</a:t>
            </a:r>
            <a:r>
              <a:rPr lang="vi-VN" sz="2000" dirty="0">
                <a:solidFill>
                  <a:srgbClr val="323232"/>
                </a:solidFill>
              </a:rPr>
              <a:t> </a:t>
            </a: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Văn Hoàng Khoa</a:t>
            </a:r>
          </a:p>
          <a:p>
            <a:pPr marL="0" indent="0">
              <a:buNone/>
            </a:pP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Lê Đăng Khoa</a:t>
            </a:r>
          </a:p>
          <a:p>
            <a:pPr marL="0" indent="0">
              <a:buNone/>
            </a:pP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Trần Quang Hà</a:t>
            </a:r>
          </a:p>
          <a:p>
            <a:pPr marL="0" indent="0">
              <a:buNone/>
            </a:pP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Bùi Hữu Sang </a:t>
            </a:r>
          </a:p>
          <a:p>
            <a:pPr marL="0" indent="0">
              <a:buNone/>
            </a:pP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Cao Hoàng Tâm</a:t>
            </a:r>
          </a:p>
          <a:p>
            <a:pPr marL="0" indent="0">
              <a:buNone/>
            </a:pP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</a:t>
            </a:r>
            <a:r>
              <a:rPr lang="en-US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vi-VN" sz="2000" dirty="0">
                <a:solidFill>
                  <a:srgbClr val="3232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Phạm Việt Hòa</a:t>
            </a:r>
            <a:endParaRPr lang="en-US" sz="2000" dirty="0">
              <a:solidFill>
                <a:srgbClr val="32323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67112" y="0"/>
            <a:ext cx="12228632" cy="322976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54A6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solidFill>
                  <a:srgbClr val="323232"/>
                </a:solidFill>
              </a:rPr>
              <a:t>A Gym Management System is a database system used to manage gym operations and member activities.</a:t>
            </a:r>
          </a:p>
          <a:p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The system helps manage: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Gym members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Membership packages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Trainers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Attendance records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Payments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54A6"/>
                </a:solidFill>
              </a:rP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The system contains 6 main tables: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MEMBER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MEMBERSHIP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TRAINER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GYM_PACKAGE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ATTENDANCE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PAYMENT</a:t>
            </a:r>
          </a:p>
          <a:p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These tables are connected using Primary Keys and Foreign Keys.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54A6"/>
                </a:solidFill>
              </a:rPr>
              <a:t>MEMBER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Columns: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MemberID</a:t>
            </a:r>
            <a:r>
              <a:rPr sz="2000" dirty="0">
                <a:solidFill>
                  <a:srgbClr val="323232"/>
                </a:solidFill>
              </a:rPr>
              <a:t> (Primary Key)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FullName</a:t>
            </a: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DOB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Gender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Phone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Email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JoinDate</a:t>
            </a:r>
            <a:endParaRPr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54A6"/>
                </a:solidFill>
              </a:rPr>
              <a:t>MEMBERSHIP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Columns: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MembershipID</a:t>
            </a:r>
            <a:r>
              <a:rPr sz="2000" dirty="0">
                <a:solidFill>
                  <a:srgbClr val="323232"/>
                </a:solidFill>
              </a:rPr>
              <a:t> (Primary Key)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MemberID</a:t>
            </a:r>
            <a:r>
              <a:rPr sz="2000" dirty="0">
                <a:solidFill>
                  <a:srgbClr val="323232"/>
                </a:solidFill>
              </a:rPr>
              <a:t> (FK)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PackageID</a:t>
            </a:r>
            <a:r>
              <a:rPr sz="2000" dirty="0">
                <a:solidFill>
                  <a:srgbClr val="323232"/>
                </a:solidFill>
              </a:rPr>
              <a:t> (FK)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TrainerID</a:t>
            </a:r>
            <a:r>
              <a:rPr sz="2000" dirty="0">
                <a:solidFill>
                  <a:srgbClr val="323232"/>
                </a:solidFill>
              </a:rPr>
              <a:t> (FK)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StartDate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EndDate</a:t>
            </a: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54A6"/>
                </a:solidFill>
              </a:rPr>
              <a:t>PAYMENT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Columns: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PaymentID</a:t>
            </a:r>
            <a:r>
              <a:rPr sz="2000" dirty="0">
                <a:solidFill>
                  <a:srgbClr val="323232"/>
                </a:solidFill>
              </a:rPr>
              <a:t> (Primary Key)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MembershipID</a:t>
            </a:r>
            <a:r>
              <a:rPr sz="2000" dirty="0">
                <a:solidFill>
                  <a:srgbClr val="323232"/>
                </a:solidFill>
              </a:rPr>
              <a:t> (FK)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Amount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PaymentDate</a:t>
            </a: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PaymentMethod</a:t>
            </a: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PaymentStatus</a:t>
            </a:r>
            <a:endParaRPr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54A6"/>
                </a:solidFill>
              </a:rPr>
              <a:t>TRAINER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323232"/>
                </a:solidFill>
              </a:rPr>
              <a:t>C</a:t>
            </a:r>
            <a:r>
              <a:rPr sz="2000" dirty="0">
                <a:solidFill>
                  <a:srgbClr val="323232"/>
                </a:solidFill>
              </a:rPr>
              <a:t>olumns: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TrainerID</a:t>
            </a:r>
            <a:r>
              <a:rPr sz="2000" dirty="0">
                <a:solidFill>
                  <a:srgbClr val="323232"/>
                </a:solidFill>
              </a:rPr>
              <a:t> (Primary Key)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TrainerName</a:t>
            </a: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Specialty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Phone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Email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Salary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54A6"/>
                </a:solidFill>
              </a:rPr>
              <a:t>GYM PACKAGE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Columns: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PackageID</a:t>
            </a:r>
            <a:r>
              <a:rPr sz="2000" dirty="0">
                <a:solidFill>
                  <a:srgbClr val="323232"/>
                </a:solidFill>
              </a:rPr>
              <a:t> (Primary Key)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PackageName</a:t>
            </a: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DurationMonths</a:t>
            </a: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Fee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SessionLimit</a:t>
            </a:r>
            <a:endParaRPr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54A6"/>
                </a:solidFill>
              </a:rPr>
              <a:t>ATTENDANCE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Columns: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AttendanceID</a:t>
            </a:r>
            <a:r>
              <a:rPr sz="2000" dirty="0">
                <a:solidFill>
                  <a:srgbClr val="323232"/>
                </a:solidFill>
              </a:rPr>
              <a:t> (Primary Key)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MemberID</a:t>
            </a:r>
            <a:r>
              <a:rPr sz="2000" dirty="0">
                <a:solidFill>
                  <a:srgbClr val="323232"/>
                </a:solidFill>
              </a:rPr>
              <a:t> (FK)</a:t>
            </a: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CheckInTime</a:t>
            </a:r>
            <a:endParaRPr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323232"/>
                </a:solidFill>
              </a:rPr>
              <a:t>• </a:t>
            </a:r>
            <a:r>
              <a:rPr sz="2000" dirty="0" err="1">
                <a:solidFill>
                  <a:srgbClr val="323232"/>
                </a:solidFill>
              </a:rPr>
              <a:t>CheckOutTime</a:t>
            </a:r>
            <a:endParaRPr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0054A6"/>
                </a:solidFill>
              </a:rPr>
              <a:t>ENTITY RELATIONSHIP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472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323232"/>
              </a:solidFill>
            </a:endParaRPr>
          </a:p>
          <a:p>
            <a:pPr marL="0" indent="0">
              <a:buNone/>
            </a:pPr>
            <a:endParaRPr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99F531-6760-B4DD-BCA8-CC32D0BB3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29" y="1343156"/>
            <a:ext cx="7801761" cy="4783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246</Words>
  <Application>Microsoft Office PowerPoint</Application>
  <PresentationFormat>On-screen Show (4:3)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ASSIGNMENT: GYM MANAGEMENT SYSTEM</vt:lpstr>
      <vt:lpstr>INTRODUCTION</vt:lpstr>
      <vt:lpstr>DATABASE STRUCTURE</vt:lpstr>
      <vt:lpstr>MEMBER TABLE</vt:lpstr>
      <vt:lpstr>MEMBERSHIP TABLE</vt:lpstr>
      <vt:lpstr>PAYMENT TABLE</vt:lpstr>
      <vt:lpstr>TRAINER TABLE</vt:lpstr>
      <vt:lpstr>GYM PACKAGE TABLE</vt:lpstr>
      <vt:lpstr>ATTENDANCE TABLE</vt:lpstr>
      <vt:lpstr>ENTITY RELATIONSHIP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Van Hoang Khoa</cp:lastModifiedBy>
  <cp:revision>8</cp:revision>
  <dcterms:created xsi:type="dcterms:W3CDTF">2013-01-27T09:14:16Z</dcterms:created>
  <dcterms:modified xsi:type="dcterms:W3CDTF">2026-03-26T02:24:39Z</dcterms:modified>
  <cp:category/>
</cp:coreProperties>
</file>